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TruthLens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Fake News Detection Platform</a:t>
            </a:r>
          </a:p>
          <a:p>
            <a:endParaRPr/>
          </a:p>
          <a:p>
            <a:r>
              <a:t>Analyze • Detect • Explain</a:t>
            </a:r>
          </a:p>
          <a:p>
            <a:endParaRPr/>
          </a:p>
          <a:p>
            <a:r>
              <a:t>A professional, portfolio-grade analytics platform powered by advanced NLP and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Misinformation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Misinformation spreads rapidly online</a:t>
            </a:r>
          </a:p>
          <a:p>
            <a:r>
              <a:t>- Fake news impacts public opinion and trust</a:t>
            </a:r>
          </a:p>
          <a:p>
            <a:r>
              <a:t>- Manual verification is slow and scales poorly</a:t>
            </a:r>
          </a:p>
          <a:p>
            <a:r>
              <a:t>- Need for automated, reliable, and explainable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TruthLens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fake news detection</a:t>
            </a:r>
          </a:p>
          <a:p>
            <a:r>
              <a:t>- End-to-end NLP pipeline</a:t>
            </a:r>
          </a:p>
          <a:p>
            <a:r>
              <a:t>- User-friendly dashboard for analytics</a:t>
            </a:r>
          </a:p>
          <a:p>
            <a:r>
              <a:t>- Local, privacy-first execution</a:t>
            </a:r>
          </a:p>
          <a:p>
            <a:r>
              <a:t>- High contrast, flat design UI for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Analyze: Ingest multi-format news feeds and curate linguistic corpora.</a:t>
            </a:r>
          </a:p>
          <a:p>
            <a:r>
              <a:t>2. Detect: Predict article validity using ML models.</a:t>
            </a:r>
          </a:p>
          <a:p>
            <a:r>
              <a:t>3. Explain: Transparent explainable AI (XAI) confidence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Journalists verifying sources</a:t>
            </a:r>
          </a:p>
          <a:p>
            <a:r>
              <a:t>- Researchers analyzing information spread</a:t>
            </a:r>
          </a:p>
          <a:p>
            <a:r>
              <a:t>- Data Scientists exploring NLP techniques</a:t>
            </a:r>
          </a:p>
          <a:p>
            <a:r>
              <a:t>- General users validating news articles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Streamlit (Python)</a:t>
            </a:r>
          </a:p>
          <a:p>
            <a:r>
              <a:t>- Backend logic: Python</a:t>
            </a:r>
          </a:p>
          <a:p>
            <a:r>
              <a:t>- Machine Learning: Scikit-Learn</a:t>
            </a:r>
          </a:p>
          <a:p>
            <a:r>
              <a:t>- NLP Processing: NLTK</a:t>
            </a:r>
          </a:p>
          <a:p>
            <a:r>
              <a:t>- Database: SQLite</a:t>
            </a:r>
          </a:p>
          <a:p>
            <a:r>
              <a:t>- Visualizations: Plotly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Workflow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Upload Dataset</a:t>
            </a:r>
          </a:p>
          <a:p>
            <a:r>
              <a:t>Step 2: Data Prep</a:t>
            </a:r>
          </a:p>
          <a:p>
            <a:r>
              <a:t>Step 3: Dashboard</a:t>
            </a:r>
          </a:p>
          <a:p>
            <a:r>
              <a:t>Step 4: Train Model</a:t>
            </a:r>
          </a:p>
          <a:p>
            <a:r>
              <a:t>Step 5: Detect News</a:t>
            </a:r>
          </a:p>
          <a:p>
            <a:r>
              <a:t>Step 6: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Upload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Import local dataset files</a:t>
            </a:r>
          </a:p>
          <a:p>
            <a:r>
              <a:t>- Support for CSV, Excel (XLSX, XLS), and JSON formats</a:t>
            </a:r>
          </a:p>
          <a:p>
            <a:r>
              <a:t>- Up to 200MB per file</a:t>
            </a:r>
          </a:p>
          <a:p>
            <a:r>
              <a:t>- Maps text fields to configure the ingestion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Instant Portfolio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Don't have a dataset?</a:t>
            </a:r>
          </a:p>
          <a:p>
            <a:r>
              <a:t>- Populate the system with synthetic articles</a:t>
            </a:r>
          </a:p>
          <a:p>
            <a:r>
              <a:t>- Contains distinct vocabularies for real and fake news</a:t>
            </a:r>
          </a:p>
          <a:p>
            <a:r>
              <a:t>- Accelerates testing and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Select ingested dataset to preprocess</a:t>
            </a:r>
          </a:p>
          <a:p>
            <a:r>
              <a:t>- Visual feedback on total articles vs. already preprocessed</a:t>
            </a:r>
          </a:p>
          <a:p>
            <a:r>
              <a:t>- Text Preprocessing and NLP Cleaning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Cleaners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 English Stopwords (e.g., 'the', 'is', 'at')</a:t>
            </a:r>
          </a:p>
          <a:p>
            <a:r>
              <a:t>- Apply WordNet Lemmatization (converting words to base form)</a:t>
            </a:r>
          </a:p>
          <a:p>
            <a:r>
              <a:t>- Apply Porter Stemming (reducing words to root form)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Dry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Compares Original Text (Truncated) with Cleansed NLP Tokens</a:t>
            </a:r>
          </a:p>
          <a:p>
            <a:r>
              <a:t>- Ensures data quality before training</a:t>
            </a:r>
          </a:p>
          <a:p>
            <a:r>
              <a:t>- Transparent view into the preprocessing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visualizations of the curated dataset</a:t>
            </a:r>
          </a:p>
          <a:p>
            <a:r>
              <a:t>- Driven by Plotly</a:t>
            </a:r>
          </a:p>
          <a:p>
            <a:r>
              <a:t>- Fully integrated into the flat design light theme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Articles Ingested</a:t>
            </a:r>
          </a:p>
          <a:p>
            <a:r>
              <a:t>- Cleaned &amp; Cataloged Articles</a:t>
            </a:r>
          </a:p>
          <a:p>
            <a:r>
              <a:t>- Unique Vocabulary Words</a:t>
            </a:r>
          </a:p>
          <a:p>
            <a:r>
              <a:t>- Average Words per Article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Balance &amp;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Donut chart showing Class Balance (Real vs. Fake)</a:t>
            </a:r>
          </a:p>
          <a:p>
            <a:r>
              <a:t>- Ensures balanced datasets to prevent model bias</a:t>
            </a:r>
          </a:p>
          <a:p>
            <a:r>
              <a:t>- Histogram showing Article Word Count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Frequency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Filter word frequency by Real vs. Fake Articles</a:t>
            </a:r>
          </a:p>
          <a:p>
            <a:r>
              <a:t>- Top 15 Most Common Words visualized via Bar Chart</a:t>
            </a:r>
          </a:p>
          <a:p>
            <a:r>
              <a:t>- Helps identify linguistic patterns in misinformation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Configure and train custom classification models</a:t>
            </a:r>
          </a:p>
          <a:p>
            <a:r>
              <a:t>- Select target dataset</a:t>
            </a:r>
          </a:p>
          <a:p>
            <a:r>
              <a:t>- Train on real-time data within the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Vectorizer Type: TF-IDF Vectorizer</a:t>
            </a:r>
          </a:p>
          <a:p>
            <a:r>
              <a:t>- N-Gram Range selection (e.g., Unigrams Only)</a:t>
            </a:r>
          </a:p>
          <a:p>
            <a:r>
              <a:t>- Configurable Max Vocabulary Features limit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Classifier Algorithm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Algorithm Selection (e.g., Logistic Regression)</a:t>
            </a:r>
          </a:p>
          <a:p>
            <a:r>
              <a:t>- Configurable Hyperparameters (e.g., Regularization Strength C)</a:t>
            </a:r>
          </a:p>
          <a:p>
            <a:r>
              <a:t>- Test Set Split Ratio (%)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Define custom Model Version Name</a:t>
            </a:r>
          </a:p>
          <a:p>
            <a:r>
              <a:t>- Fit &amp; Evaluate Model button</a:t>
            </a:r>
          </a:p>
          <a:p>
            <a:r>
              <a:t>- Generates models serialized safely into the local workspace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Detect News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core inference engine</a:t>
            </a:r>
          </a:p>
          <a:p>
            <a:r>
              <a:t>- Evaluate new articles against trained models</a:t>
            </a:r>
          </a:p>
          <a:p>
            <a:r>
              <a:t>- Select Active Prediction Model from dropdown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Paste Text Article directly into the text area</a:t>
            </a:r>
          </a:p>
          <a:p>
            <a:r>
              <a:t>- Verify Live Web URL (Future/Optional Integration)</a:t>
            </a:r>
          </a:p>
          <a:p>
            <a:r>
              <a:t>- Analyze &amp; Verify Authenticity execution button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validation outcome banners</a:t>
            </a:r>
          </a:p>
          <a:p>
            <a:r>
              <a:t>- Verified Real (Green) vs. Detected Fake (Red)</a:t>
            </a:r>
          </a:p>
          <a:p>
            <a:r>
              <a:t>- Explainable AI Confidence Scores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Highlights influential tokens in the text</a:t>
            </a:r>
          </a:p>
          <a:p>
            <a:r>
              <a:t>- High-contrast inline spans for readability</a:t>
            </a:r>
          </a:p>
          <a:p>
            <a:r>
              <a:t>- Demystifies the machine learning decision process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Reports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System Performance Audits</a:t>
            </a:r>
          </a:p>
          <a:p>
            <a:r>
              <a:t>- Select Target Dataset and Target Model Run</a:t>
            </a:r>
          </a:p>
          <a:p>
            <a:r>
              <a:t>- Archival of historical runs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Audit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Maps linguistic features of the dataset</a:t>
            </a:r>
          </a:p>
          <a:p>
            <a:r>
              <a:t>- Records cleaning toggles used</a:t>
            </a:r>
          </a:p>
          <a:p>
            <a:r>
              <a:t>- Captures classification scoring details</a:t>
            </a:r>
          </a:p>
          <a:p>
            <a:r>
              <a:t>- Archived locally in HTML format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Principles: Flat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Platform underwent a major UI overhaul</a:t>
            </a:r>
          </a:p>
          <a:p>
            <a:r>
              <a:t>- Rejects 3D illusions: no drop shadows, bevels, or textures</a:t>
            </a:r>
          </a:p>
          <a:p>
            <a:r>
              <a:t>- Relies on hierarchy through size, color, and typography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 &amp;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Font Family: 'Outfit', sans-serif</a:t>
            </a:r>
          </a:p>
          <a:p>
            <a:r>
              <a:t>- High-contrast Light Mode</a:t>
            </a:r>
          </a:p>
          <a:p>
            <a:r>
              <a:t>- Background: Pure White | Foreground: Gray 900</a:t>
            </a:r>
          </a:p>
          <a:p>
            <a:r>
              <a:t>- Strict reliance on the grid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Live URL Web Scraping capabilities</a:t>
            </a:r>
          </a:p>
          <a:p>
            <a:r>
              <a:t>- Advanced Deep Learning Models (Transformers/BERT)</a:t>
            </a:r>
          </a:p>
          <a:p>
            <a:r>
              <a:t>- Real-time API endpoints for external integrations</a:t>
            </a:r>
          </a:p>
          <a:p>
            <a:r>
              <a:t>- Multi-language support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endParaRPr/>
          </a:p>
          <a:p>
            <a:r>
              <a:t>TruthLens provides an accessible, private, and powerful way to understand and combat misinformation.</a:t>
            </a:r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864</Words>
  <Application>Microsoft Office PowerPoint</Application>
  <PresentationFormat>On-screen Show (4:3)</PresentationFormat>
  <Paragraphs>140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TruthLens</vt:lpstr>
      <vt:lpstr>The Problem: Misinformation</vt:lpstr>
      <vt:lpstr>The Solution: TruthLens</vt:lpstr>
      <vt:lpstr>Core Capabilities</vt:lpstr>
      <vt:lpstr>Target Audience</vt:lpstr>
      <vt:lpstr>Technology Stack</vt:lpstr>
      <vt:lpstr>Platform Workflow Pipeline</vt:lpstr>
      <vt:lpstr>Step 1: Upload Dataset</vt:lpstr>
      <vt:lpstr>Instant Portfolio Testing</vt:lpstr>
      <vt:lpstr>Step 2: Data Preparation &amp; Cleaning</vt:lpstr>
      <vt:lpstr>NLP Cleaners Configuration</vt:lpstr>
      <vt:lpstr>Preprocessing Dry Run</vt:lpstr>
      <vt:lpstr>Step 3: Analytics Dashboard</vt:lpstr>
      <vt:lpstr>Corpus Metrics</vt:lpstr>
      <vt:lpstr>Class Balance &amp; Distribution</vt:lpstr>
      <vt:lpstr>Word Frequency Analysis</vt:lpstr>
      <vt:lpstr>Step 4: Model Training</vt:lpstr>
      <vt:lpstr>Feature Extraction</vt:lpstr>
      <vt:lpstr>Classifier Algorithm Settings</vt:lpstr>
      <vt:lpstr>Training Execution</vt:lpstr>
      <vt:lpstr>Step 5: Detect News</vt:lpstr>
      <vt:lpstr>Input Methods</vt:lpstr>
      <vt:lpstr>Detection Results</vt:lpstr>
      <vt:lpstr>Explainable AI (XAI) Tokens</vt:lpstr>
      <vt:lpstr>Step 6: Reports &amp; Logging</vt:lpstr>
      <vt:lpstr>Unified Audit Summaries</vt:lpstr>
      <vt:lpstr>UI/UX Principles: Flat Design</vt:lpstr>
      <vt:lpstr>Typography &amp; Color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sharma</cp:lastModifiedBy>
  <cp:revision>1</cp:revision>
  <dcterms:created xsi:type="dcterms:W3CDTF">2013-01-27T09:14:16Z</dcterms:created>
  <dcterms:modified xsi:type="dcterms:W3CDTF">2026-07-12T19:53:44Z</dcterms:modified>
  <cp:category/>
</cp:coreProperties>
</file>